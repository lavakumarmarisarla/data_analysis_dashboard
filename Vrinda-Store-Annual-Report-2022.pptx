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bin" panose="020B0604020202020204" charset="0"/>
      <p:regular r:id="rId13"/>
    </p:embeddedFont>
    <p:embeddedFont>
      <p:font typeface="Unbounded" panose="020B0604020202020204" charset="0"/>
      <p:regular r:id="rId14"/>
    </p:embeddedFont>
    <p:embeddedFont>
      <p:font typeface="Unbounded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15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hyperlink" Target="https://github.com/Lavakumarmarisarla" TargetMode="External"/><Relationship Id="rId4" Type="http://schemas.openxmlformats.org/officeDocument/2006/relationships/hyperlink" Target="http://www.linkedin.com/in/lavakumarmarisarl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66047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Vrinda Store — Annual Report 2022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764854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Interactive dashboard created in Excel to analyze 2022 sales, customers, and channels. Objective: understand customers and increase sales in 2023–2024.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75940"/>
            <a:ext cx="401329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&amp; Scope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425080"/>
            <a:ext cx="38659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Source: Vrinda Store Data Analysis (Excel). Analysis covers orders, sales, customer demographics, channels, states, categories, and order status for 2022. Cleansed and validated for missing values and anomalies.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9226" y="1808559"/>
            <a:ext cx="3865959" cy="21906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796305"/>
            <a:ext cx="422448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Process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460674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1695896"/>
            <a:ext cx="22591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6" name="Text 3"/>
          <p:cNvSpPr/>
          <p:nvPr/>
        </p:nvSpPr>
        <p:spPr>
          <a:xfrm>
            <a:off x="523577" y="180878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1. Data Cleaning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3577" y="2118494"/>
            <a:ext cx="225913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Verified missing values, standardized formats, and removed anomalies.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932286" y="1460674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32286" y="1695896"/>
            <a:ext cx="22591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7"/>
          <p:cNvSpPr/>
          <p:nvPr/>
        </p:nvSpPr>
        <p:spPr>
          <a:xfrm>
            <a:off x="2932286" y="180878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2. Pivot Tables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32286" y="2118494"/>
            <a:ext cx="22591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Built pivot tables for each KPI question to summarize metrics.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3577" y="3098378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577" y="3333601"/>
            <a:ext cx="466784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4" name="Text 11"/>
          <p:cNvSpPr/>
          <p:nvPr/>
        </p:nvSpPr>
        <p:spPr>
          <a:xfrm>
            <a:off x="523577" y="344648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3. Dashboard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23577" y="3756199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Merged pivots into one interactive dashboard and added slicers for dynamic filtering.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1871"/>
            <a:ext cx="428706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Questions (KPIs)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086296"/>
            <a:ext cx="338956" cy="3389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1578843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Sales vs Orders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3577" y="1851943"/>
            <a:ext cx="397162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Single-chart comparison of sales amount and order counts by month.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795" y="1086296"/>
            <a:ext cx="338956" cy="3389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8795" y="1578843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Month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8795" y="1851943"/>
            <a:ext cx="397162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month with highest sales and orders.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304380"/>
            <a:ext cx="338956" cy="3389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577" y="2796927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Gender Split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23577" y="3070027"/>
            <a:ext cx="397162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Who purchased more — men or women?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795" y="2304380"/>
            <a:ext cx="338956" cy="3389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8795" y="2796927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States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8795" y="3070027"/>
            <a:ext cx="397162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Top 10 states contributing to sales.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522464"/>
            <a:ext cx="338956" cy="3389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77" y="4015011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 vs Orders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523577" y="4288110"/>
            <a:ext cx="3971627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Relation between age groups and number of orders by gender.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8795" y="3522464"/>
            <a:ext cx="338956" cy="3389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8795" y="4015011"/>
            <a:ext cx="2171551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Channels &amp; Categories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8795" y="4288110"/>
            <a:ext cx="3971627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Which channel contributes most to sales and which category sells highest.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7274"/>
            <a:ext cx="7533977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Sales &amp; Orders — Monthly Comparison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577" y="1720379"/>
            <a:ext cx="2626296" cy="22594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021" y="1117029"/>
            <a:ext cx="515116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the combined chart to compare sales amount (bars) vs orders (line) and identify peak month. Dashboard includes slicers to filter by state, channel, category, gender, and age group.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021" y="1638449"/>
            <a:ext cx="5151165" cy="29189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8050" y="448866"/>
            <a:ext cx="354932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Gender &amp; Age Insights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8050" y="1592238"/>
            <a:ext cx="4157290" cy="235572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372" y="921693"/>
            <a:ext cx="663401" cy="6634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372" y="1669479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Gender Split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715372" y="1884759"/>
            <a:ext cx="2125340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Women ~65% of buyers — majority of purchases.</a:t>
            </a:r>
            <a:endParaRPr lang="en-US" sz="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372" y="2154213"/>
            <a:ext cx="663401" cy="6634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372" y="2902000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Age Group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5715372" y="3117279"/>
            <a:ext cx="2125340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Adults 30–49 yrs contribute ~50% of orders.</a:t>
            </a:r>
            <a:endParaRPr lang="en-US" sz="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372" y="3386733"/>
            <a:ext cx="663401" cy="6634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15372" y="4134520"/>
            <a:ext cx="11825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 x Gender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5715372" y="4349800"/>
            <a:ext cx="2125340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Relationship chart available on dashboard showing orders by age band and gender.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704"/>
            <a:ext cx="5173712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Geography — Top States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3577" y="2759794"/>
            <a:ext cx="3076129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477964" y="1115244"/>
            <a:ext cx="5147146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Top 3 states: Maharashtra, Karnataka, Uttar Pradesh. Dashboard lists top 10 contributing states to prioritize regional campaigns and inventory.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7964" y="1666875"/>
            <a:ext cx="5147146" cy="29166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7944"/>
            <a:ext cx="4726260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Channels &amp; Categories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577" y="1397719"/>
            <a:ext cx="5149155" cy="29178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02536" y="1161306"/>
            <a:ext cx="2622575" cy="983977"/>
          </a:xfrm>
          <a:prstGeom prst="roundRect">
            <a:avLst>
              <a:gd name="adj" fmla="val 2031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135737" y="1294507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Channels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35737" y="1609055"/>
            <a:ext cx="2356172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Amazon, Flipkart, Myntra drive the most sales.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02536" y="2263899"/>
            <a:ext cx="2622575" cy="1185490"/>
          </a:xfrm>
          <a:prstGeom prst="roundRect">
            <a:avLst>
              <a:gd name="adj" fmla="val 1686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6135737" y="2397100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Best Category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35737" y="2711648"/>
            <a:ext cx="2356172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Highest-selling product category identified on dashboard (category name available in dataset).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02536" y="3568005"/>
            <a:ext cx="2622575" cy="983977"/>
          </a:xfrm>
          <a:prstGeom prst="roundRect">
            <a:avLst>
              <a:gd name="adj" fmla="val 2031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6135737" y="3701207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Order Status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35737" y="4015755"/>
            <a:ext cx="2356172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More than 90% of products were delivered in 2022.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9369"/>
            <a:ext cx="827253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Interaction &amp; Deliverables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867867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Interactive Excel dashboard combining pivot tables and slicers. Features: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2481263"/>
            <a:ext cx="2596679" cy="154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Single-chart sales vs orders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Filters for month/state/channel/category/gender/age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Pivot-based top-10 lists and demographic breakdowns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9945" y="1261988"/>
            <a:ext cx="5135166" cy="290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89945" y="4340126"/>
            <a:ext cx="559236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View screenshot and files in the provided GitHub links.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2074" y="461814"/>
            <a:ext cx="5130403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Conclusions &amp; Recommendation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7786" y="905694"/>
            <a:ext cx="2193727" cy="983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2064" y="1022821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Target Audience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392064" y="1216447"/>
            <a:ext cx="1902321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women aged 30–49 in Maharashtra, Karnataka, and Uttar Pradesh.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7919" y="905694"/>
            <a:ext cx="2193727" cy="9830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42196" y="1022821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Channel Priority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642196" y="1216447"/>
            <a:ext cx="1902321" cy="27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Promote offers and coupons on Amazon, Flipkart, and Myntra to maximize reach.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8051" y="905694"/>
            <a:ext cx="2193727" cy="9830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92329" y="1022821"/>
            <a:ext cx="12100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5892329" y="1216447"/>
            <a:ext cx="1902321" cy="555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dashboard slicers to refine campaigns, monitor top states and categories, and track month-over-month performance into 2023–2024.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1232074" y="1993925"/>
            <a:ext cx="6679778" cy="12799"/>
          </a:xfrm>
          <a:prstGeom prst="roundRect">
            <a:avLst>
              <a:gd name="adj" fmla="val 120547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1232074" y="3018011"/>
            <a:ext cx="2174751" cy="757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Author</a:t>
            </a:r>
            <a:endParaRPr lang="en-US" sz="800" dirty="0"/>
          </a:p>
          <a:p>
            <a:pPr marL="0" indent="0" algn="l">
              <a:lnSpc>
                <a:spcPct val="113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Lavakumar Marisarla — Aspiring Data Analyst</a:t>
            </a:r>
            <a:endParaRPr lang="en-US" sz="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LinkedIn: </a:t>
            </a:r>
            <a:r>
              <a:rPr lang="en-US" sz="800" u="sng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www.linkedin.com/in/lavakumarmarisarla</a:t>
            </a:r>
            <a:endParaRPr lang="en-US" sz="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GitHub: </a:t>
            </a:r>
            <a:r>
              <a:rPr lang="en-US" sz="800" u="sng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github.com/Lavakumarmarisarla</a:t>
            </a:r>
            <a:endParaRPr lang="en-US" sz="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2511" y="2191494"/>
            <a:ext cx="4254029" cy="24105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A988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504</Words>
  <Application>Microsoft Office PowerPoint</Application>
  <PresentationFormat>On-screen Show (16:9)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Unbounded</vt:lpstr>
      <vt:lpstr>Arial</vt:lpstr>
      <vt:lpstr>Cabin</vt:lpstr>
      <vt:lpstr>Unbounded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lavakumar marisarla</dc:creator>
  <cp:lastModifiedBy>lavakumarmarisarla2004@gmail.com</cp:lastModifiedBy>
  <cp:revision>2</cp:revision>
  <dcterms:created xsi:type="dcterms:W3CDTF">2026-06-20T17:09:01Z</dcterms:created>
  <dcterms:modified xsi:type="dcterms:W3CDTF">2026-06-20T17:14:47Z</dcterms:modified>
</cp:coreProperties>
</file>